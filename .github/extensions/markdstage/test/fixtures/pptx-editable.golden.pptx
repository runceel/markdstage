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 standalone="yes"?><p:notesMaster xmlns:a="http://schemas.openxmlformats.org/drawingml/2006/main" xmlns:r="http://schemas.openxmlformats.org/officeDocument/2006/relationships" xmlns:p="http://schemas.openxmlformats.org/presentationml/2006/main"><p:cSld name="Notes Master"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 txBox="1"/><p:nvPr><p:ph type="sldImg" idx="1"/></p:nvPr></p:nvSpPr><p:spPr><a:xfrm><a:off x="1143000" y="685800"/><a:ext cx="4572000" cy="3429000"/></a:xfrm><a:prstGeom prst="rect"><a:avLst/></a:prstGeom><a:noFill/><a:ln><a:noFill/></a:ln></p:spPr><p:txBody><a:bodyPr/><a:lstStyle/><a:p/></p:txBody></p:sp><p:sp><p:nvSpPr><p:cNvPr id="3" name="Notes Placeholder 2"/><p:cNvSpPr txBox="1"/><p:nvPr><p:ph type="body" idx="2"/></p:nvPr></p:nvSpPr><p:spPr><a:xfrm><a:off x="685800" y="4343400"/><a:ext cx="5486400" cy="4114800"/></a:xfrm><a:prstGeom prst="rect"><a:avLst/></a:prstGeom><a:noFill/><a:ln><a:noFill/></a:ln></p:spPr><p:txBody><a:bodyPr/><a:lstStyle/><a:p/></p:txBody></p:sp></p:spTree></p:cSld><p:clrMap accent1="accent1" accent2="accent2" accent3="accent3" accent4="accent4" accent5="accent5" accent6="accent6" bg1="lt1" bg2="lt2" folHlink="folHlink" hlink="hlink" tx1="dk1" tx2="dk2"/><p:notesStyle><a:lvl1pPr marL="0" algn="l"><a:defRPr sz="1200"><a:latin typeface="Segoe UI"/><a:ea typeface="Yu Gothic UI"/></a:defRPr></a:lvl1pPr>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 txBox="1"/>
          <p:nvPr>
            <p:ph type="sldImg" idx="1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3" name="Notes Placeholder 2"/>
          <p:cNvSpPr txBox="1"/>
          <p:nvPr>
            <p:ph type="body" idx="2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>
                <a:ea typeface="Yu Gothic UI"/>
              </a:rPr>
              <a:t>発表者ノート &amp; &lt;詳細&gt;.</a:t>
            </a:r>
            <a:endParaRPr lang="en-US">
              <a:ea typeface="Yu Gothic UI"/>
            </a:endParaRPr>
          </a:p>
          <a:p>
            <a:endParaRPr lang="en-US">
              <a:ea typeface="Yu Gothic UI"/>
            </a:endParaRPr>
          </a:p>
          <a:p>
            <a:r>
              <a:rPr lang="en-US" dirty="0">
                <a:ea typeface="Yu Gothic UI"/>
              </a:rPr>
              <a:t xml:space="preserve">  Кириллица — العربية 🧪</a:t>
            </a:r>
            <a:endParaRPr lang="en-US">
              <a:ea typeface="Yu Gothic U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matchingName="日本語レイアウト">
  <p:cSld name="日本語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 imag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30000" y="1905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kdStag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50000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example.com/?a=1&amp;b=2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78581" y="290513"/>
            <a:ext cx="6019800" cy="857250"/>
          </a:xfrm>
          <a:prstGeom prst="rect">
            <a:avLst/>
          </a:prstGeom>
          <a:noFill/>
          <a:ln>
            <a:noFill/>
          </a:ln>
        </p:spPr>
        <p:txBody>
          <a:bodyPr wrap="none" lIns="47625" tIns="28575" rIns="66675" bIns="38100"/>
          <a:lstStyle/>
          <a:p>
            <a:pPr algn="ctr" lvl="1" marL="304800" indent="-304800">
              <a:buChar char="•"/>
            </a:pPr>
            <a:r>
              <a:rPr lang="en-US" noProof="1" sz="2400" b="1" i="1" u="sng">
                <a:solidFill>
                  <a:srgbClr val="0C2238"/>
                </a:solidFill>
                <a:latin typeface="Yu Gothic"/>
                <a:ea typeface="Yu Gothic UI"/>
                <a:hlinkClick r:id="rId3"/>
              </a:rPr>
              <a:t>日本語 &amp; &lt;編集&gt; — Ελληνικά 🚀</a:t>
            </a:r>
            <a:endParaRPr lang="en-US" noProof="1">
              <a:ea typeface="Yu Gothic UI"/>
            </a:endParaRPr>
          </a:p>
        </p:txBody>
      </p:sp>
      <p:graphicFrame>
        <p:nvGraphicFramePr>
          <p:cNvPr id="3" name="Table 3"/>
          <p:cNvGraphicFramePr/>
          <p:nvPr/>
        </p:nvGraphicFramePr>
        <p:xfrm>
          <a:off x="381000" y="1428750"/>
          <a:ext cx="4762500" cy="1524000"/>
        </p:xfrm>
        <a:graphic>
          <a:graphicData uri="http://schemas.openxmlformats.org/drawingml/2006/table">
            <a:tbl>
              <a:tblPr firstRow="1" bandRow="1"/>
              <a:tblGrid>
                <a:gridCol w="2381250"/>
                <a:gridCol w="2381250"/>
              </a:tblGrid>
              <a:tr h="762000">
                <a:tc>
                  <a:txBody>
                    <a:bodyPr wrap="square" lIns="0" tIns="0" rIns="0" bIns="0"/>
                    <a:lstStyle/>
                    <a:p>
                      <a:pPr algn="l" lvl="0"/>
                      <a:r>
                        <a:rPr lang="en-US" noProof="1" sz="1800">
                          <a:solidFill>
                            <a:srgbClr val="000000"/>
                          </a:solidFill>
                          <a:ea typeface="Yu Gothic UI"/>
                        </a:rPr>
                        <a:t>項目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112233"/>
                      </a:solidFill>
                    </a:lnL>
                    <a:lnR w="9525">
                      <a:solidFill>
                        <a:srgbClr val="112233"/>
                      </a:solidFill>
                    </a:lnR>
                    <a:lnT w="9525">
                      <a:solidFill>
                        <a:srgbClr val="112233"/>
                      </a:solidFill>
                    </a:lnT>
                    <a:lnB w="9525">
                      <a:solidFill>
                        <a:srgbClr val="112233"/>
                      </a:solidFill>
                    </a:lnB>
                    <a:solidFill>
                      <a:srgbClr val="FFEECC"/>
                    </a:solidFill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/>
                      <a:r>
                        <a:rPr lang="en-US" noProof="1" sz="1800">
                          <a:solidFill>
                            <a:srgbClr val="000000"/>
                          </a:solidFill>
                          <a:ea typeface="Yu Gothic UI"/>
                        </a:rPr>
                        <a:t>値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112233"/>
                      </a:solidFill>
                    </a:lnL>
                    <a:lnR w="9525">
                      <a:solidFill>
                        <a:srgbClr val="112233"/>
                      </a:solidFill>
                    </a:lnR>
                    <a:lnT w="9525">
                      <a:solidFill>
                        <a:srgbClr val="112233"/>
                      </a:solidFill>
                    </a:lnT>
                    <a:lnB w="9525">
                      <a:solidFill>
                        <a:srgbClr val="112233"/>
                      </a:solidFill>
                    </a:lnB>
                    <a:noFill/>
                  </a:tcPr>
                </a:tc>
              </a:tr>
              <a:tr h="762000">
                <a:tc>
                  <a:txBody>
                    <a:bodyPr wrap="square" lIns="0" tIns="0" rIns="0" bIns="0"/>
                    <a:lstStyle/>
                    <a:p>
                      <a:pPr algn="l" lvl="0"/>
                      <a:r>
                        <a:rPr lang="en-US" noProof="1" sz="1800">
                          <a:solidFill>
                            <a:srgbClr val="000000"/>
                          </a:solidFill>
                          <a:ea typeface="Yu Gothic UI"/>
                        </a:rPr>
                        <a:t>Δ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112233"/>
                      </a:solidFill>
                    </a:lnL>
                    <a:lnR w="9525">
                      <a:solidFill>
                        <a:srgbClr val="112233"/>
                      </a:solidFill>
                    </a:lnR>
                    <a:lnT w="9525">
                      <a:solidFill>
                        <a:srgbClr val="112233"/>
                      </a:solidFill>
                    </a:lnT>
                    <a:lnB w="9525">
                      <a:solidFill>
                        <a:srgbClr val="112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/>
                      <a:r>
                        <a:rPr lang="en-US" noProof="1" sz="1800">
                          <a:solidFill>
                            <a:srgbClr val="000000"/>
                          </a:solidFill>
                          <a:ea typeface="Yu Gothic UI"/>
                        </a:rPr>
                        <a:t>42 &amp; &lt;43&gt;</a:t>
                      </a:r>
                      <a:endParaRPr lang="en-US" noProof="1">
                        <a:ea typeface="Yu Gothic UI"/>
                      </a:endParaRPr>
                    </a:p>
                  </a:txBody>
                  <a:tcPr>
                    <a:lnL w="9525">
                      <a:solidFill>
                        <a:srgbClr val="112233"/>
                      </a:solidFill>
                    </a:lnL>
                    <a:lnR w="9525">
                      <a:solidFill>
                        <a:srgbClr val="112233"/>
                      </a:solidFill>
                    </a:lnR>
                    <a:lnT w="9525">
                      <a:solidFill>
                        <a:srgbClr val="112233"/>
                      </a:solidFill>
                    </a:lnT>
                    <a:lnB w="9525">
                      <a:solidFill>
                        <a:srgbClr val="11223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428750"/>
            <a:ext cx="2286000" cy="1524000"/>
          </a:xfrm>
          <a:prstGeom prst="roundRect">
            <a:avLst/>
          </a:prstGeom>
        </p:spPr>
      </p:pic>
      <p:sp>
        <p:nvSpPr>
          <p:cNvPr id="5" name="Shape 5"/>
          <p:cNvSpPr txBox="0"/>
          <p:nvPr/>
        </p:nvSpPr>
        <p:spPr>
          <a:xfrm rot="-1800000">
            <a:off x="381000" y="3429000"/>
            <a:ext cx="2476500" cy="857250"/>
          </a:xfrm>
          <a:prstGeom prst="roundRect">
            <a:avLst/>
          </a:prstGeom>
          <a:solidFill>
            <a:srgbClr val="0080FF">
              <a:alpha val="40000"/>
            </a:srgbClr>
          </a:solidFill>
          <a:ln w="19050">
            <a:solidFill>
              <a:srgbClr val="002244">
                <a:alpha val="80000"/>
              </a:srgbClr>
            </a:solidFill>
          </a:ln>
        </p:spPr>
        <p:txBody>
          <a:bodyPr wrap="square" lIns="0" tIns="0" rIns="0" bIns="0"/>
          <a:lstStyle/>
          <a:p>
            <a:pPr algn="l" lvl="0"/>
            <a:r>
              <a:rPr lang="en-US" noProof="1" sz="1800">
                <a:solidFill>
                  <a:srgbClr val="000000"/>
                </a:solidFill>
                <a:ea typeface="Yu Gothic UI"/>
              </a:rPr>
              <a:t>編集可能</a:t>
            </a:r>
            <a:endParaRPr lang="en-US" noProof="1">
              <a:ea typeface="Yu Gothic UI"/>
            </a:endParaRPr>
          </a:p>
        </p:txBody>
      </p:sp>
      <p:sp>
        <p:nvSpPr>
          <p:cNvPr id="6" name="Connector 6"/>
          <p:cNvSpPr/>
          <p:nvPr/>
        </p:nvSpPr>
        <p:spPr>
          <a:xfrm>
            <a:off x="3048000" y="3857625"/>
            <a:ext cx="1143000" cy="0"/>
          </a:xfrm>
          <a:prstGeom prst="line">
            <a:avLst/>
          </a:prstGeom>
          <a:ln w="28575">
            <a:solidFill>
              <a:srgbClr val="CC0000"/>
            </a:solidFill>
            <a:prstDash val="dash"/>
          </a:ln>
        </p:spPr>
      </p:sp>
      <p:sp>
        <p:nvSpPr>
          <p:cNvPr id="7" name="Connector 7"/>
          <p:cNvSpPr/>
          <p:nvPr/>
        </p:nvSpPr>
        <p:spPr>
          <a:xfrm>
            <a:off x="4191000" y="3857625"/>
            <a:ext cx="571500" cy="714375"/>
          </a:xfrm>
          <a:prstGeom prst="line">
            <a:avLst/>
          </a:prstGeom>
          <a:ln w="28575">
            <a:solidFill>
              <a:srgbClr val="CC0000"/>
            </a:solidFill>
            <a:prstDash val="dash"/>
            <a:tailEnd type="triangle"/>
          </a:ln>
        </p:spPr>
      </p:sp>
      <p:sp>
        <p:nvSpPr>
          <p:cNvPr id="8" name="Connector label 8"/>
          <p:cNvSpPr/>
          <p:nvPr/>
        </p:nvSpPr>
        <p:spPr>
          <a:xfrm>
            <a:off x="3429000" y="3524250"/>
            <a:ext cx="952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 lvl="0"/>
            <a:r>
              <a:rPr lang="en-US" noProof="1" sz="1800">
                <a:solidFill>
                  <a:srgbClr val="000000"/>
                </a:solidFill>
                <a:ea typeface="Yu Gothic UI"/>
              </a:rPr>
              <a:t>流れ</a:t>
            </a:r>
            <a:endParaRPr lang="en-US" noProof="1">
              <a:ea typeface="Yu Gothic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MarkdStage dark">
  <a:themeElements>
    <a:clrScheme name="MarkdStage dark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arkdStage dark">
      <a:majorFont>
        <a:latin typeface="Segoe UI"/>
        <a:ea typeface="Yu Gothic UI"/>
        <a:cs typeface=""/>
        <a:font script="Jpan" typeface="Yu Gothic UI"/>
      </a:majorFont>
      <a:minorFont>
        <a:latin typeface="Segoe UI"/>
        <a:ea typeface="Yu Gothic UI"/>
        <a:cs typeface=""/>
        <a:font script="Jpan" typeface="Yu Gothic UI"/>
      </a:minorFont>
    </a:fontScheme>
    <a:fmtScheme name="MarkdStage dark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theme/theme2.xml><?xml version="1.0" encoding="utf-8"?>
<a:theme xmlns:a="http://schemas.openxmlformats.org/drawingml/2006/main" name="MarkdStage Notes">
  <a:themeElements>
    <a:clrScheme name="MarkdStage Notes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arkdStage Notes">
      <a:majorFont>
        <a:latin typeface="Segoe UI"/>
        <a:ea typeface="Yu Gothic UI"/>
        <a:cs typeface=""/>
        <a:font script="Jpan" typeface="Yu Gothic UI"/>
      </a:majorFont>
      <a:minorFont>
        <a:latin typeface="Segoe UI"/>
        <a:ea typeface="Yu Gothic UI"/>
        <a:cs typeface=""/>
        <a:font script="Jpan" typeface="Yu Gothic UI"/>
      </a:minorFont>
    </a:fontScheme>
    <a:fmtScheme name="MarkdStage Notes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MarkdStage</Application>
  <PresentationFormat>On-screen Show (16:9)</PresentationFormat>
  <Slides>2</Slides>
  <Notes>1</Notes>
  <HiddenSlides>0</HiddenSlides>
  <MMClips>0</MMClip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編集可能 &amp; Ελληνικά 🚀</dc:title>
  <dc:creator>MarkdStage</dc:creator>
  <cp:lastModifiedBy>MarkdStage</cp:lastModifiedBy>
</cp:coreProperties>
</file>