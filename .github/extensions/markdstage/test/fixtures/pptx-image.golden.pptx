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 type="screen16x9"/>
  <p:notesSz cx="6858000" cy="9144000"/>
  <p:defaultTextStyle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Notes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 txBox="1"/>
          <p:nvPr>
            <p:ph type="sldImg" idx="1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sp>
        <p:nvSpPr>
          <p:cNvPr id="3" name="Notes Placeholder 2"/>
          <p:cNvSpPr txBox="1"/>
          <p:nvPr>
            <p:ph type="body" idx="2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</p:spTree>
  </p:cSld>
  <p:clrMap accent1="accent1" accent2="accent2" accent3="accent3" accent4="accent4" accent5="accent5" accent6="accent6" bg1="lt1" bg2="lt2" folHlink="folHlink" hlink="hlink" tx1="dk1" tx2="dk2"/>
  <p:notesStyle>
    <a:lvl1pPr marL="0" algn="l">
      <a:defRPr sz="1200">
        <a:latin typeface="Segoe UI"/>
        <a:ea typeface="Yu Gothic UI"/>
      </a:defRPr>
    </a:lvl1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 txBox="1"/>
          <p:nvPr>
            <p:ph type="sldImg" idx="1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sp>
        <p:nvSpPr>
          <p:cNvPr id="3" name="Notes Placeholder 2"/>
          <p:cNvSpPr txBox="1"/>
          <p:nvPr>
            <p:ph type="body" idx="2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dirty="0">
                <a:ea typeface="Yu Gothic UI"/>
              </a:rPr>
              <a:t>画像の説明 &amp; &lt;注記&gt; "引用".</a:t>
            </a:r>
            <a:endParaRPr lang="en-US">
              <a:ea typeface="Yu Gothic UI"/>
            </a:endParaRPr>
          </a:p>
          <a:p>
            <a:endParaRPr lang="en-US">
              <a:ea typeface="Yu Gothic UI"/>
            </a:endParaRPr>
          </a:p>
          <a:p>
            <a:r>
              <a:rPr lang="en-US" dirty="0">
                <a:ea typeface="Yu Gothic UI"/>
              </a:rPr>
              <a:t xml:space="preserve">  Привет — مرحبا 🌍</a:t>
            </a:r>
            <a:endParaRPr lang="en-US">
              <a:ea typeface="Yu Gothic U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matchingName="default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kdStage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50000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backgrou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rkdStage default">
  <a:themeElements>
    <a:clrScheme name="MarkdStage default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arkdStage default">
      <a:majorFont>
        <a:latin typeface="Segoe UI"/>
        <a:ea typeface="Yu Gothic UI"/>
        <a:cs typeface=""/>
        <a:font script="Jpan" typeface="Yu Gothic UI"/>
      </a:majorFont>
      <a:minorFont>
        <a:latin typeface="Segoe UI"/>
        <a:ea typeface="Yu Gothic UI"/>
        <a:cs typeface=""/>
        <a:font script="Jpan" typeface="Yu Gothic UI"/>
      </a:minorFont>
    </a:fontScheme>
    <a:fmtScheme name="MarkdStage default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ppt/theme/theme2.xml><?xml version="1.0" encoding="utf-8"?>
<a:theme xmlns:a="http://schemas.openxmlformats.org/drawingml/2006/main" name="MarkdStage Notes">
  <a:themeElements>
    <a:clrScheme name="MarkdStage Note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arkdStage Notes">
      <a:majorFont>
        <a:latin typeface="Segoe UI"/>
        <a:ea typeface="Yu Gothic UI"/>
        <a:cs typeface=""/>
        <a:font script="Jpan" typeface="Yu Gothic UI"/>
      </a:majorFont>
      <a:minorFont>
        <a:latin typeface="Segoe UI"/>
        <a:ea typeface="Yu Gothic UI"/>
        <a:cs typeface=""/>
        <a:font script="Jpan" typeface="Yu Gothic UI"/>
      </a:minorFont>
    </a:fontScheme>
    <a:fmtScheme name="MarkdStage Notes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MarkdStage</Application>
  <PresentationFormat>On-screen Show (16:9)</PresentationFormat>
  <Slides>2</Slides>
  <Notes>1</Notes>
  <HiddenSlides>0</HiddenSlides>
  <MMClips>0</MMClips>
  <ScaleCrop>false</ScaleCrop>
  <Company/>
  <LinksUpToDate>false</LinksUpToDate>
  <SharedDoc>false</SharedDoc>
  <HyperlinksChanged>false</HyperlinksChanged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画像 &amp; Презентация 🖼️</dc:title>
  <dc:creator>MarkdStage</dc:creator>
  <cp:lastModifiedBy>MarkdStage</cp:lastModifiedBy>
</cp:coreProperties>
</file>