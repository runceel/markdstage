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 standalone="yes"?><p:notesMaster xmlns:a="http://schemas.openxmlformats.org/drawingml/2006/main" xmlns:r="http://schemas.openxmlformats.org/officeDocument/2006/relationships" xmlns:p="http://schemas.openxmlformats.org/presentationml/2006/main"><p:cSld name="Notes Master"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 txBox="1"/><p:nvPr><p:ph type="sldImg" idx="1"/></p:nvPr></p:nvSpPr><p:spPr><a:xfrm><a:off x="1143000" y="685800"/><a:ext cx="4572000" cy="3429000"/></a:xfrm><a:prstGeom prst="rect"><a:avLst/></a:prstGeom><a:noFill/><a:ln><a:noFill/></a:ln></p:spPr><p:txBody><a:bodyPr/><a:lstStyle/><a:p/></p:txBody></p:sp><p:sp><p:nvSpPr><p:cNvPr id="3" name="Notes Placeholder 2"/><p:cNvSpPr txBox="1"/><p:nvPr><p:ph type="body" idx="2"/></p:nvPr></p:nvSpPr><p:spPr><a:xfrm><a:off x="685800" y="4343400"/><a:ext cx="5486400" cy="4114800"/></a:xfrm><a:prstGeom prst="rect"><a:avLst/></a:prstGeom><a:noFill/><a:ln><a:noFill/></a:ln></p:spPr><p:txBody><a:bodyPr/><a:lstStyle/><a:p/></p:txBody></p:sp></p:spTree></p:cSld><p:clrMap accent1="accent1" accent2="accent2" accent3="accent3" accent4="accent4" accent5="accent5" accent6="accent6" bg1="lt1" bg2="lt2" folHlink="folHlink" hlink="hlink" tx1="dk1" tx2="dk2"/><p:notesStyle><a:lvl1pPr marL="0" algn="l"><a:defRPr sz="1200"><a:latin typeface="Segoe UI"/><a:ea typeface="Yu Gothic UI"/></a:defRPr></a:lvl1pPr>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 txBox="1"/>
          <p:nvPr>
            <p:ph type="sldImg" idx="1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3" name="Notes Placeholder 2"/>
          <p:cNvSpPr txBox="1"/>
          <p:nvPr>
            <p:ph type="body" idx="2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>
                <a:ea typeface="Yu Gothic UI"/>
              </a:rPr>
              <a:t>画像の説明 &amp; &lt;注記&gt; "引用".</a:t>
            </a:r>
            <a:endParaRPr lang="en-US">
              <a:ea typeface="Yu Gothic UI"/>
            </a:endParaRPr>
          </a:p>
          <a:p>
            <a:endParaRPr lang="en-US">
              <a:ea typeface="Yu Gothic UI"/>
            </a:endParaRPr>
          </a:p>
          <a:p>
            <a:r>
              <a:rPr lang="en-US" dirty="0">
                <a:ea typeface="Yu Gothic UI"/>
              </a:rPr>
              <a:t xml:space="preserve">  Привет — مرحبا 🌍</a:t>
            </a:r>
            <a:endParaRPr lang="en-US">
              <a:ea typeface="Yu Gothic U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default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kdStage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50000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kdStage default">
  <a:themeElements>
    <a:clrScheme name="MarkdStage default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default">
      <a:majorFont>
        <a:latin typeface="Segoe UI"/>
        <a:ea typeface="Yu Gothic UI"/>
        <a:cs typeface=""/>
        <a:font script="Jpan" typeface="Yu Gothic UI"/>
      </a:majorFont>
      <a:minorFont>
        <a:latin typeface="Segoe UI"/>
        <a:ea typeface="Yu Gothic UI"/>
        <a:cs typeface=""/>
        <a:font script="Jpan" typeface="Yu Gothic UI"/>
      </a:minorFont>
    </a:fontScheme>
    <a:fmtScheme name="MarkdStage defaul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name="MarkdStage Notes">
  <a:themeElements>
    <a:clrScheme name="MarkdStage Note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Notes">
      <a:majorFont>
        <a:latin typeface="Segoe UI"/>
        <a:ea typeface="Yu Gothic UI"/>
        <a:cs typeface=""/>
        <a:font script="Jpan" typeface="Yu Gothic UI"/>
      </a:majorFont>
      <a:minorFont>
        <a:latin typeface="Segoe UI"/>
        <a:ea typeface="Yu Gothic UI"/>
        <a:cs typeface=""/>
        <a:font script="Jpan" typeface="Yu Gothic UI"/>
      </a:minorFont>
    </a:fontScheme>
    <a:fmtScheme name="MarkdStage Notes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MarkdStage</Application>
  <PresentationFormat>On-screen Show (16:9)</PresentationFormat>
  <Slides>2</Slides>
  <Notes>1</Notes>
  <HiddenSlides>0</HiddenSlides>
  <MMClips>0</MMClip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画像 &amp; Презентация 🖼️</dc:title>
  <dc:creator>MarkdStage</dc:creator>
  <cp:lastModifiedBy>MarkdStage</cp:lastModifiedBy>
</cp:coreProperties>
</file>