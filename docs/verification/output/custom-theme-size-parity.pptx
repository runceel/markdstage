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default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center">
  <p:cSld name="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section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matchingName="backcover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yout artwork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kdStage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500001" r:id="rId1"/>
    <p:sldLayoutId id="2147500002" r:id="rId2"/>
    <p:sldLayoutId id="2147500003" r:id="rId3"/>
    <p:sldLayoutId id="2147500004" r:id="rId4"/>
    <p:sldLayoutId id="2147500005" r:id="rId5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685800" y="419100"/>
            <a:ext cx="10820400" cy="4324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3405"/>
              </a:lnSpc>
            </a:pPr>
            <a:r>
              <a:rPr lang="en-US" noProof="1" sz="3150" b="1">
                <a:solidFill>
                  <a:srgbClr val="F8FBFF"/>
                </a:solidFill>
                <a:latin typeface="Segoe UI"/>
                <a:ea typeface="Yu Gothic"/>
              </a:rPr>
              <a:t>Custom theme sizing</a:t>
            </a:r>
            <a:endParaRPr lang="en-US" noProof="1">
              <a:ea typeface="Yu Gothic"/>
            </a:endParaRPr>
          </a:p>
        </p:txBody>
      </p:sp>
      <p:sp>
        <p:nvSpPr>
          <p:cNvPr id="3" name="Text 3"/>
          <p:cNvSpPr/>
          <p:nvPr/>
        </p:nvSpPr>
        <p:spPr>
          <a:xfrm>
            <a:off x="685800" y="951548"/>
            <a:ext cx="10820400" cy="3362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648"/>
              </a:lnSpc>
            </a:pPr>
            <a:r>
              <a:rPr lang="en-US" noProof="1" sz="2325" b="1">
                <a:solidFill>
                  <a:srgbClr val="F8FBFF"/>
                </a:solidFill>
                <a:latin typeface="Segoe UI"/>
                <a:ea typeface="Yu Gothic"/>
              </a:rPr>
              <a:t>Fixed-output parity</a:t>
            </a:r>
            <a:endParaRPr lang="en-US" noProof="1">
              <a:ea typeface="Yu Gothic"/>
            </a:endParaRPr>
          </a:p>
        </p:txBody>
      </p:sp>
      <p:sp>
        <p:nvSpPr>
          <p:cNvPr id="4" name="Text 4"/>
          <p:cNvSpPr/>
          <p:nvPr/>
        </p:nvSpPr>
        <p:spPr>
          <a:xfrm>
            <a:off x="685800" y="1378268"/>
            <a:ext cx="10820400" cy="2800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213"/>
              </a:lnSpc>
            </a:pP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>This deck is a visual regression check for the custom-theme sizing fix.</a:t>
            </a:r>
            <a:endParaRPr lang="en-US" noProof="1">
              <a:ea typeface="Yu Gothic"/>
            </a:endParaRPr>
          </a:p>
        </p:txBody>
      </p:sp>
      <p:sp>
        <p:nvSpPr>
          <p:cNvPr id="5" name="Text 5"/>
          <p:cNvSpPr/>
          <p:nvPr/>
        </p:nvSpPr>
        <p:spPr>
          <a:xfrm>
            <a:off x="684847" y="1830705"/>
            <a:ext cx="10821353" cy="95345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 lvl="0" marL="244793" indent="-244793">
              <a:lnSpc>
                <a:spcPts val="2213"/>
              </a:lnSpc>
              <a:spcBef>
                <a:spcPts val="0"/>
              </a:spcBef>
              <a:spcAft>
                <a:spcPts val="833"/>
              </a:spcAft>
              <a:buClr>
                <a:srgbClr val="4FD1C5"/>
              </a:buClr>
              <a:buChar char="•"/>
            </a:pP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>The same theme tokens apply to the responsive canvas and fixed 1280 × 720 output.</a:t>
            </a:r>
            <a:endParaRPr lang="en-US" noProof="1">
              <a:ea typeface="Yu Gothic"/>
            </a:endParaRPr>
          </a:p>
          <a:p>
            <a:pPr algn="l" lvl="0" marL="244793" indent="-244793">
              <a:lnSpc>
                <a:spcPts val="2213"/>
              </a:lnSpc>
              <a:spcBef>
                <a:spcPts val="0"/>
              </a:spcBef>
              <a:spcAft>
                <a:spcPts val="825"/>
              </a:spcAft>
              <a:buClr>
                <a:srgbClr val="4FD1C5"/>
              </a:buClr>
              <a:buChar char="•"/>
            </a:pP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>PNG capture, PDF, and editable PowerPoint use the fixed output surface.</a:t>
            </a:r>
            <a:endParaRPr lang="en-US" noProof="1">
              <a:ea typeface="Yu Gothic"/>
            </a:endParaRPr>
          </a:p>
          <a:p>
            <a:pPr algn="l" lvl="0" marL="244793" indent="-244793">
              <a:lnSpc>
                <a:spcPts val="2213"/>
              </a:lnSpc>
              <a:spcBef>
                <a:spcPts val="0"/>
              </a:spcBef>
              <a:spcAft>
                <a:spcPts val="0"/>
              </a:spcAft>
              <a:buClr>
                <a:srgbClr val="4FD1C5"/>
              </a:buClr>
              <a:buChar char="•"/>
            </a:pP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>The heading, body, code, kicker, table, rule, and diagram tokens are intentionally visible.</a:t>
            </a:r>
            <a:endParaRPr lang="en-US" noProof="1">
              <a:ea typeface="Yu Gothic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116003"/>
            <a:ext cx="10820400" cy="322897"/>
          </a:xfrm>
          <a:prstGeom prst="rect">
            <a:avLst/>
          </a:prstGeom>
        </p:spPr>
      </p:pic>
      <p:sp>
        <p:nvSpPr>
          <p:cNvPr id="7" name="Text 7"/>
          <p:cNvSpPr/>
          <p:nvPr/>
        </p:nvSpPr>
        <p:spPr>
          <a:xfrm>
            <a:off x="11115675" y="6239828"/>
            <a:ext cx="390525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8FF3E6"/>
                </a:solidFill>
                <a:latin typeface="Segoe UI"/>
                <a:ea typeface="Yu Gothic"/>
              </a:rPr>
              <a:t>1 / 4</a:t>
            </a:r>
            <a:endParaRPr lang="en-US" noProof="1">
              <a:ea typeface="Yu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9100"/>
            <a:ext cx="1464945" cy="180975"/>
          </a:xfrm>
          <a:prstGeom prst="rect">
            <a:avLst/>
          </a:prstGeom>
        </p:spPr>
      </p:pic>
      <p:sp>
        <p:nvSpPr>
          <p:cNvPr id="3" name="Text 3"/>
          <p:cNvSpPr/>
          <p:nvPr/>
        </p:nvSpPr>
        <p:spPr>
          <a:xfrm>
            <a:off x="899160" y="419100"/>
            <a:ext cx="1318260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/>
            <a:r>
              <a:rPr lang="en-US" noProof="1" sz="1050" b="1">
                <a:solidFill>
                  <a:srgbClr val="8FF3E6"/>
                </a:solidFill>
                <a:latin typeface="Segoe UI"/>
                <a:ea typeface="Yu Gothic"/>
              </a:rPr>
              <a:t>Density tokens</a:t>
            </a:r>
            <a:endParaRPr lang="en-US" noProof="1">
              <a:ea typeface="Yu Gothic"/>
            </a:endParaRPr>
          </a:p>
        </p:txBody>
      </p:sp>
      <p:sp>
        <p:nvSpPr>
          <p:cNvPr id="4" name="Text 4"/>
          <p:cNvSpPr/>
          <p:nvPr/>
        </p:nvSpPr>
        <p:spPr>
          <a:xfrm>
            <a:off x="685800" y="673418"/>
            <a:ext cx="10820400" cy="3362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648"/>
              </a:lnSpc>
            </a:pPr>
            <a:r>
              <a:rPr lang="en-US" noProof="1" sz="2325" b="1">
                <a:solidFill>
                  <a:srgbClr val="F8FBFF"/>
                </a:solidFill>
                <a:latin typeface="Segoe UI"/>
                <a:ea typeface="Yu Gothic"/>
              </a:rPr>
              <a:t>Typography and spacing tokens</a:t>
            </a:r>
            <a:endParaRPr lang="en-US" noProof="1">
              <a:ea typeface="Yu Gothic"/>
            </a:endParaRPr>
          </a:p>
        </p:txBody>
      </p:sp>
      <p:sp>
        <p:nvSpPr>
          <p:cNvPr id="5" name="Text 5"/>
          <p:cNvSpPr/>
          <p:nvPr/>
        </p:nvSpPr>
        <p:spPr>
          <a:xfrm>
            <a:off x="685800" y="1143000"/>
            <a:ext cx="10820400" cy="2800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213"/>
              </a:lnSpc>
            </a:pP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>The custom theme owns the type scale and slide density in every output mode.</a:t>
            </a:r>
            <a:endParaRPr lang="en-US" noProof="1">
              <a:ea typeface="Yu Gothic"/>
            </a:endParaRPr>
          </a:p>
        </p:txBody>
      </p:sp>
      <p:pic>
        <p:nvPicPr>
          <p:cNvPr id="6" name="effect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208723"/>
            <a:ext cx="11430000" cy="3228023"/>
          </a:xfrm>
          <a:prstGeom prst="rect">
            <a:avLst/>
          </a:prstGeom>
        </p:spPr>
      </p:pic>
      <p:graphicFrame>
        <p:nvGraphicFramePr>
          <p:cNvPr id="7" name="Table 7"/>
          <p:cNvGraphicFramePr/>
          <p:nvPr/>
        </p:nvGraphicFramePr>
        <p:xfrm>
          <a:off x="685800" y="1513523"/>
          <a:ext cx="10820400" cy="2618423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436404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 b="1">
                          <a:solidFill>
                            <a:srgbClr val="8FF3E6"/>
                          </a:solidFill>
                          <a:latin typeface="Segoe UI"/>
                          <a:ea typeface="Yu Gothic"/>
                        </a:rPr>
                        <a:t>Token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solidFill>
                      <a:srgbClr val="4FD1C5">
                        <a:alpha val="18000"/>
                      </a:srgbClr>
                    </a:solidFill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 b="1">
                          <a:solidFill>
                            <a:srgbClr val="8FF3E6"/>
                          </a:solidFill>
                          <a:latin typeface="Segoe UI"/>
                          <a:ea typeface="Yu Gothic"/>
                        </a:rPr>
                        <a:t>Value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solidFill>
                      <a:srgbClr val="4FD1C5">
                        <a:alpha val="18000"/>
                      </a:srgbClr>
                    </a:solidFill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 b="1">
                          <a:solidFill>
                            <a:srgbClr val="8FF3E6"/>
                          </a:solidFill>
                          <a:latin typeface="Segoe UI"/>
                          <a:ea typeface="Yu Gothic"/>
                        </a:rPr>
                        <a:t>Visible effect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solidFill>
                      <a:srgbClr val="4FD1C5">
                        <a:alpha val="18000"/>
                      </a:srgbClr>
                    </a:solidFill>
                  </a:tcPr>
                </a:tc>
              </a:tr>
              <a:tr h="436404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--slide-h1-size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42px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Heading scale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</a:tr>
              <a:tr h="436404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--slide-body-size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19px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Body scale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</a:tr>
              <a:tr h="436404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--deck-pad-x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72px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Horizontal margin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</a:tr>
              <a:tr h="436404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--deck-pad-y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44px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Vertical margin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</a:tr>
              <a:tr h="436404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--kicker-size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148">
                          <a:solidFill>
                            <a:srgbClr val="D8F7F2"/>
                          </a:solidFill>
                          <a:latin typeface="Cascadia Code"/>
                          <a:ea typeface="Yu Gothic"/>
                        </a:rPr>
                        <a:t>14px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Kicker scale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 8"/>
          <p:cNvSpPr/>
          <p:nvPr/>
        </p:nvSpPr>
        <p:spPr>
          <a:xfrm>
            <a:off x="685800" y="4222433"/>
            <a:ext cx="10820400" cy="2809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213"/>
              </a:lnSpc>
            </a:pP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 xml:space="preserve">The explicit </a:t>
            </a:r>
            <a:r>
              <a:rPr lang="en-US" noProof="1" sz="1283">
                <a:solidFill>
                  <a:srgbClr val="D8F7F2"/>
                </a:solidFill>
                <a:latin typeface="Cascadia Code"/>
                <a:ea typeface="Yu Gothic"/>
              </a:rPr>
              <a:t>size: normal</a:t>
            </a: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 xml:space="preserve"> keeps the comparison deterministic.</a:t>
            </a:r>
            <a:endParaRPr lang="en-US" noProof="1">
              <a:ea typeface="Yu Gothic"/>
            </a:endParaRPr>
          </a:p>
        </p:txBody>
      </p:sp>
      <p:pic>
        <p:nvPicPr>
          <p:cNvPr id="9" name="decoration artwo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116003"/>
            <a:ext cx="10820400" cy="322897"/>
          </a:xfrm>
          <a:prstGeom prst="rect">
            <a:avLst/>
          </a:prstGeom>
        </p:spPr>
      </p:pic>
      <p:sp>
        <p:nvSpPr>
          <p:cNvPr id="10" name="Text 10"/>
          <p:cNvSpPr/>
          <p:nvPr/>
        </p:nvSpPr>
        <p:spPr>
          <a:xfrm>
            <a:off x="685800" y="6267450"/>
            <a:ext cx="10229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/>
            <a:r>
              <a:rPr lang="en-US" noProof="1" sz="825">
                <a:solidFill>
                  <a:srgbClr val="9FB4CA"/>
                </a:solidFill>
                <a:latin typeface="Segoe UI"/>
                <a:ea typeface="Yu Gothic"/>
              </a:rPr>
              <a:t>Custom theme parity</a:t>
            </a:r>
            <a:endParaRPr lang="en-US" noProof="1">
              <a:ea typeface="Yu Gothic"/>
            </a:endParaRPr>
          </a:p>
        </p:txBody>
      </p:sp>
      <p:sp>
        <p:nvSpPr>
          <p:cNvPr id="11" name="Text 11"/>
          <p:cNvSpPr/>
          <p:nvPr/>
        </p:nvSpPr>
        <p:spPr>
          <a:xfrm>
            <a:off x="11100435" y="6239828"/>
            <a:ext cx="405765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8FF3E6"/>
                </a:solidFill>
                <a:latin typeface="Segoe UI"/>
                <a:ea typeface="Yu Gothic"/>
              </a:rPr>
              <a:t>2 / 4</a:t>
            </a:r>
            <a:endParaRPr lang="en-US" noProof="1">
              <a:ea typeface="Yu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9100"/>
            <a:ext cx="1793558" cy="180975"/>
          </a:xfrm>
          <a:prstGeom prst="rect">
            <a:avLst/>
          </a:prstGeom>
        </p:spPr>
      </p:pic>
      <p:sp>
        <p:nvSpPr>
          <p:cNvPr id="3" name="Text 3"/>
          <p:cNvSpPr/>
          <p:nvPr/>
        </p:nvSpPr>
        <p:spPr>
          <a:xfrm>
            <a:off x="899160" y="419100"/>
            <a:ext cx="1646873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/>
            <a:r>
              <a:rPr lang="en-US" noProof="1" sz="1050" b="1">
                <a:solidFill>
                  <a:srgbClr val="8FF3E6"/>
                </a:solidFill>
                <a:latin typeface="Segoe UI"/>
                <a:ea typeface="Yu Gothic"/>
              </a:rPr>
              <a:t>Decoration tokens</a:t>
            </a:r>
            <a:endParaRPr lang="en-US" noProof="1">
              <a:ea typeface="Yu Gothic"/>
            </a:endParaRPr>
          </a:p>
        </p:txBody>
      </p:sp>
      <p:sp>
        <p:nvSpPr>
          <p:cNvPr id="4" name="Text 4"/>
          <p:cNvSpPr/>
          <p:nvPr/>
        </p:nvSpPr>
        <p:spPr>
          <a:xfrm>
            <a:off x="685800" y="673418"/>
            <a:ext cx="10820400" cy="3362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648"/>
              </a:lnSpc>
            </a:pPr>
            <a:r>
              <a:rPr lang="en-US" noProof="1" sz="2325" b="1">
                <a:solidFill>
                  <a:srgbClr val="F8FBFF"/>
                </a:solidFill>
                <a:latin typeface="Segoe UI"/>
                <a:ea typeface="Yu Gothic"/>
              </a:rPr>
              <a:t>Tables, rules, and code</a:t>
            </a:r>
            <a:endParaRPr lang="en-US" noProof="1">
              <a:ea typeface="Yu Gothic"/>
            </a:endParaRPr>
          </a:p>
        </p:txBody>
      </p:sp>
      <p:sp>
        <p:nvSpPr>
          <p:cNvPr id="5" name="Text 5"/>
          <p:cNvSpPr/>
          <p:nvPr/>
        </p:nvSpPr>
        <p:spPr>
          <a:xfrm>
            <a:off x="685800" y="1143000"/>
            <a:ext cx="10820400" cy="2800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213"/>
              </a:lnSpc>
            </a:pP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>The remaining decoration tokens are also shared by responsive and fixed output.</a:t>
            </a:r>
            <a:endParaRPr lang="en-US" noProof="1">
              <a:ea typeface="Yu Gothic"/>
            </a:endParaRPr>
          </a:p>
        </p:txBody>
      </p:sp>
      <p:pic>
        <p:nvPicPr>
          <p:cNvPr id="6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1180"/>
            <a:ext cx="10820400" cy="28575"/>
          </a:xfrm>
          <a:prstGeom prst="rect">
            <a:avLst/>
          </a:prstGeom>
        </p:spPr>
      </p:pic>
      <p:pic>
        <p:nvPicPr>
          <p:cNvPr id="7" name="effect artwo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762125"/>
            <a:ext cx="11430000" cy="1300163"/>
          </a:xfrm>
          <a:prstGeom prst="rect">
            <a:avLst/>
          </a:prstGeom>
        </p:spPr>
      </p:pic>
      <p:sp>
        <p:nvSpPr>
          <p:cNvPr id="8" name="Shape 8"/>
          <p:cNvSpPr txBox="0"/>
          <p:nvPr/>
        </p:nvSpPr>
        <p:spPr>
          <a:xfrm>
            <a:off x="685800" y="2066925"/>
            <a:ext cx="10820400" cy="690563"/>
          </a:xfrm>
          <a:prstGeom prst="roundRect">
            <a:avLst/>
          </a:prstGeom>
          <a:solidFill>
            <a:srgbClr val="17263A"/>
          </a:solidFill>
          <a:ln w="9525">
            <a:solidFill>
              <a:srgbClr val="3B5873"/>
            </a:solidFill>
          </a:ln>
        </p:spPr>
        <p:txBody>
          <a:bodyPr wrap="none" lIns="209550" tIns="152400" rIns="180975" bIns="152400" anchor="t"/>
          <a:lstStyle/>
          <a:p>
            <a:pPr algn="l" lvl="0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lang="en-US" noProof="1" sz="1013">
                <a:solidFill>
                  <a:srgbClr val="FF7B72"/>
                </a:solidFill>
                <a:latin typeface="Cascadia Code"/>
                <a:ea typeface="Yu Gothic"/>
              </a:rPr>
              <a:t>const</a:t>
            </a:r>
            <a:r>
              <a:rPr lang="en-US" noProof="1" sz="1013">
                <a:solidFill>
                  <a:srgbClr val="D8F7F2"/>
                </a:solidFill>
                <a:latin typeface="Cascadia Code"/>
                <a:ea typeface="Yu Gothic"/>
              </a:rPr>
              <a:t xml:space="preserve"> output = [</a:t>
            </a:r>
            <a:r>
              <a:rPr lang="en-US" noProof="1" sz="1013">
                <a:solidFill>
                  <a:srgbClr val="A5D6FF"/>
                </a:solidFill>
                <a:latin typeface="Cascadia Code"/>
                <a:ea typeface="Yu Gothic"/>
              </a:rPr>
              <a:t>"canvas"</a:t>
            </a:r>
            <a:r>
              <a:rPr lang="en-US" noProof="1" sz="1013">
                <a:solidFill>
                  <a:srgbClr val="D8F7F2"/>
                </a:solidFill>
                <a:latin typeface="Cascadia Code"/>
                <a:ea typeface="Yu Gothic"/>
              </a:rPr>
              <a:t xml:space="preserve">, </a:t>
            </a:r>
            <a:r>
              <a:rPr lang="en-US" noProof="1" sz="1013">
                <a:solidFill>
                  <a:srgbClr val="A5D6FF"/>
                </a:solidFill>
                <a:latin typeface="Cascadia Code"/>
                <a:ea typeface="Yu Gothic"/>
              </a:rPr>
              <a:t>"png"</a:t>
            </a:r>
            <a:r>
              <a:rPr lang="en-US" noProof="1" sz="1013">
                <a:solidFill>
                  <a:srgbClr val="D8F7F2"/>
                </a:solidFill>
                <a:latin typeface="Cascadia Code"/>
                <a:ea typeface="Yu Gothic"/>
              </a:rPr>
              <a:t xml:space="preserve">, </a:t>
            </a:r>
            <a:r>
              <a:rPr lang="en-US" noProof="1" sz="1013">
                <a:solidFill>
                  <a:srgbClr val="A5D6FF"/>
                </a:solidFill>
                <a:latin typeface="Cascadia Code"/>
                <a:ea typeface="Yu Gothic"/>
              </a:rPr>
              <a:t>"pdf"</a:t>
            </a:r>
            <a:r>
              <a:rPr lang="en-US" noProof="1" sz="1013">
                <a:solidFill>
                  <a:srgbClr val="D8F7F2"/>
                </a:solidFill>
                <a:latin typeface="Cascadia Code"/>
                <a:ea typeface="Yu Gothic"/>
              </a:rPr>
              <a:t xml:space="preserve">, </a:t>
            </a:r>
            <a:r>
              <a:rPr lang="en-US" noProof="1" sz="1013">
                <a:solidFill>
                  <a:srgbClr val="A5D6FF"/>
                </a:solidFill>
                <a:latin typeface="Cascadia Code"/>
                <a:ea typeface="Yu Gothic"/>
              </a:rPr>
              <a:t>"pptx"</a:t>
            </a:r>
            <a:r>
              <a:rPr lang="en-US" noProof="1" sz="1013">
                <a:solidFill>
                  <a:srgbClr val="D8F7F2"/>
                </a:solidFill>
                <a:latin typeface="Cascadia Code"/>
                <a:ea typeface="Yu Gothic"/>
              </a:rPr>
              <a:t>];</a:t>
            </a:r>
            <a:endParaRPr lang="en-US" noProof="1">
              <a:ea typeface="Yu Gothic"/>
            </a:endParaRPr>
          </a:p>
          <a:p>
            <a:pPr algn="l" lvl="0">
              <a:lnSpc>
                <a:spcPts val="1523"/>
              </a:lnSpc>
              <a:spcBef>
                <a:spcPts val="0"/>
              </a:spcBef>
              <a:spcAft>
                <a:spcPts val="0"/>
              </a:spcAft>
            </a:pPr>
            <a:r>
              <a:rPr lang="en-US" noProof="1" sz="1013">
                <a:solidFill>
                  <a:srgbClr val="FFA657"/>
                </a:solidFill>
                <a:latin typeface="Cascadia Code"/>
                <a:ea typeface="Yu Gothic"/>
              </a:rPr>
              <a:t>console</a:t>
            </a:r>
            <a:r>
              <a:rPr lang="en-US" noProof="1" sz="1013">
                <a:solidFill>
                  <a:srgbClr val="D8F7F2"/>
                </a:solidFill>
                <a:latin typeface="Cascadia Code"/>
                <a:ea typeface="Yu Gothic"/>
              </a:rPr>
              <a:t>.</a:t>
            </a:r>
            <a:r>
              <a:rPr lang="en-US" noProof="1" sz="1013" b="1">
                <a:solidFill>
                  <a:srgbClr val="D2A8FF"/>
                </a:solidFill>
                <a:latin typeface="Cascadia Code"/>
                <a:ea typeface="Yu Gothic"/>
              </a:rPr>
              <a:t>log</a:t>
            </a:r>
            <a:r>
              <a:rPr lang="en-US" noProof="1" sz="1013">
                <a:solidFill>
                  <a:srgbClr val="D8F7F2"/>
                </a:solidFill>
                <a:latin typeface="Cascadia Code"/>
                <a:ea typeface="Yu Gothic"/>
              </a:rPr>
              <a:t>(output.</a:t>
            </a:r>
            <a:r>
              <a:rPr lang="en-US" noProof="1" sz="1013" b="1">
                <a:solidFill>
                  <a:srgbClr val="D2A8FF"/>
                </a:solidFill>
                <a:latin typeface="Cascadia Code"/>
                <a:ea typeface="Yu Gothic"/>
              </a:rPr>
              <a:t>join</a:t>
            </a:r>
            <a:r>
              <a:rPr lang="en-US" noProof="1" sz="1013">
                <a:solidFill>
                  <a:srgbClr val="D8F7F2"/>
                </a:solidFill>
                <a:latin typeface="Cascadia Code"/>
                <a:ea typeface="Yu Gothic"/>
              </a:rPr>
              <a:t>(</a:t>
            </a:r>
            <a:r>
              <a:rPr lang="en-US" noProof="1" sz="1013">
                <a:solidFill>
                  <a:srgbClr val="A5D6FF"/>
                </a:solidFill>
                <a:latin typeface="Cascadia Code"/>
                <a:ea typeface="Yu Gothic"/>
              </a:rPr>
              <a:t>" = "</a:t>
            </a:r>
            <a:r>
              <a:rPr lang="en-US" noProof="1" sz="1013">
                <a:solidFill>
                  <a:srgbClr val="D8F7F2"/>
                </a:solidFill>
                <a:latin typeface="Cascadia Code"/>
                <a:ea typeface="Yu Gothic"/>
              </a:rPr>
              <a:t>));</a:t>
            </a:r>
            <a:endParaRPr lang="en-US" noProof="1">
              <a:ea typeface="Yu Gothic"/>
            </a:endParaRPr>
          </a:p>
        </p:txBody>
      </p:sp>
      <p:sp>
        <p:nvSpPr>
          <p:cNvPr id="9" name="Shape 9"/>
          <p:cNvSpPr txBox="0"/>
          <p:nvPr/>
        </p:nvSpPr>
        <p:spPr>
          <a:xfrm>
            <a:off x="685800" y="2143125"/>
            <a:ext cx="38100" cy="538163"/>
          </a:xfrm>
          <a:prstGeom prst="roundRect">
            <a:avLst/>
          </a:prstGeom>
          <a:solidFill>
            <a:srgbClr val="4FD1C5"/>
          </a:solidFill>
          <a:ln w="9525">
            <a:noFill/>
          </a:ln>
        </p:spPr>
      </p:sp>
      <p:pic>
        <p:nvPicPr>
          <p:cNvPr id="10" name="effect artwo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543175"/>
            <a:ext cx="11430000" cy="2318385"/>
          </a:xfrm>
          <a:prstGeom prst="rect">
            <a:avLst/>
          </a:prstGeom>
        </p:spPr>
      </p:pic>
      <p:graphicFrame>
        <p:nvGraphicFramePr>
          <p:cNvPr id="11" name="Table 11"/>
          <p:cNvGraphicFramePr/>
          <p:nvPr/>
        </p:nvGraphicFramePr>
        <p:xfrm>
          <a:off x="685800" y="2847975"/>
          <a:ext cx="10820400" cy="1708785"/>
        </p:xfrm>
        <a:graphic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427196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 b="1">
                          <a:solidFill>
                            <a:srgbClr val="8FF3E6"/>
                          </a:solidFill>
                          <a:latin typeface="Segoe UI"/>
                          <a:ea typeface="Yu Gothic"/>
                        </a:rPr>
                        <a:t>Surface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solidFill>
                      <a:srgbClr val="4FD1C5">
                        <a:alpha val="18000"/>
                      </a:srgbClr>
                    </a:solidFill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 b="1">
                          <a:solidFill>
                            <a:srgbClr val="8FF3E6"/>
                          </a:solidFill>
                          <a:latin typeface="Segoe UI"/>
                          <a:ea typeface="Yu Gothic"/>
                        </a:rPr>
                        <a:t>Expected result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solidFill>
                      <a:srgbClr val="4FD1C5">
                        <a:alpha val="18000"/>
                      </a:srgbClr>
                    </a:solidFill>
                  </a:tcPr>
                </a:tc>
              </a:tr>
              <a:tr h="427196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Canvas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Same colors, margins, and type scale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</a:tr>
              <a:tr h="427196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PNG / PDF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Same 1280 × 720 geometry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</a:tr>
              <a:tr h="427196"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PPTX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/>
                    <a:lstStyle/>
                    <a:p>
                      <a:pPr algn="l" lvl="0">
                        <a:lnSpc>
                          <a:spcPts val="1980"/>
                        </a:lnSpc>
                      </a:pPr>
                      <a:r>
                        <a:rPr lang="en-US" noProof="1" sz="1275">
                          <a:solidFill>
                            <a:srgbClr val="D7E5F5"/>
                          </a:solidFill>
                          <a:latin typeface="Segoe UI"/>
                          <a:ea typeface="Yu Gothic"/>
                        </a:rPr>
                        <a:t>Same slide geometry with editable text</a:t>
                      </a:r>
                      <a:endParaRPr lang="en-US" noProof="1">
                        <a:ea typeface="Yu Gothic"/>
                      </a:endParaRPr>
                    </a:p>
                  </a:txBody>
                  <a:tcPr>
                    <a:lnL w="19050">
                      <a:solidFill>
                        <a:srgbClr val="3B5873"/>
                      </a:solidFill>
                    </a:lnL>
                    <a:lnR w="19050">
                      <a:solidFill>
                        <a:srgbClr val="3B5873"/>
                      </a:solidFill>
                    </a:lnR>
                    <a:lnT w="19050">
                      <a:solidFill>
                        <a:srgbClr val="3B5873"/>
                      </a:solidFill>
                    </a:lnT>
                    <a:lnB w="19050">
                      <a:solidFill>
                        <a:srgbClr val="3B5873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" name="decoration artwor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6116003"/>
            <a:ext cx="10820400" cy="322897"/>
          </a:xfrm>
          <a:prstGeom prst="rect">
            <a:avLst/>
          </a:prstGeom>
        </p:spPr>
      </p:pic>
      <p:sp>
        <p:nvSpPr>
          <p:cNvPr id="13" name="Text 13"/>
          <p:cNvSpPr/>
          <p:nvPr/>
        </p:nvSpPr>
        <p:spPr>
          <a:xfrm>
            <a:off x="685800" y="6267450"/>
            <a:ext cx="10229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/>
            <a:r>
              <a:rPr lang="en-US" noProof="1" sz="825">
                <a:solidFill>
                  <a:srgbClr val="9FB4CA"/>
                </a:solidFill>
                <a:latin typeface="Segoe UI"/>
                <a:ea typeface="Yu Gothic"/>
              </a:rPr>
              <a:t>Custom theme parity</a:t>
            </a:r>
            <a:endParaRPr lang="en-US" noProof="1">
              <a:ea typeface="Yu Gothic"/>
            </a:endParaRPr>
          </a:p>
        </p:txBody>
      </p:sp>
      <p:sp>
        <p:nvSpPr>
          <p:cNvPr id="14" name="Text 14"/>
          <p:cNvSpPr/>
          <p:nvPr/>
        </p:nvSpPr>
        <p:spPr>
          <a:xfrm>
            <a:off x="11100435" y="6239828"/>
            <a:ext cx="405765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8FF3E6"/>
                </a:solidFill>
                <a:latin typeface="Segoe UI"/>
                <a:ea typeface="Yu Gothic"/>
              </a:rPr>
              <a:t>3 / 4</a:t>
            </a:r>
            <a:endParaRPr lang="en-US" noProof="1">
              <a:ea typeface="Yu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ation art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9100"/>
            <a:ext cx="1597343" cy="180975"/>
          </a:xfrm>
          <a:prstGeom prst="rect">
            <a:avLst/>
          </a:prstGeom>
        </p:spPr>
      </p:pic>
      <p:sp>
        <p:nvSpPr>
          <p:cNvPr id="3" name="Text 3"/>
          <p:cNvSpPr/>
          <p:nvPr/>
        </p:nvSpPr>
        <p:spPr>
          <a:xfrm>
            <a:off x="899160" y="419100"/>
            <a:ext cx="1450658" cy="180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/>
            <a:r>
              <a:rPr lang="en-US" noProof="1" sz="1050" b="1">
                <a:solidFill>
                  <a:srgbClr val="8FF3E6"/>
                </a:solidFill>
                <a:latin typeface="Segoe UI"/>
                <a:ea typeface="Yu Gothic"/>
              </a:rPr>
              <a:t>Diagram bounds</a:t>
            </a:r>
            <a:endParaRPr lang="en-US" noProof="1">
              <a:ea typeface="Yu Gothic"/>
            </a:endParaRPr>
          </a:p>
        </p:txBody>
      </p:sp>
      <p:sp>
        <p:nvSpPr>
          <p:cNvPr id="4" name="Text 4"/>
          <p:cNvSpPr/>
          <p:nvPr/>
        </p:nvSpPr>
        <p:spPr>
          <a:xfrm>
            <a:off x="685800" y="673418"/>
            <a:ext cx="10820400" cy="3362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648"/>
              </a:lnSpc>
            </a:pPr>
            <a:r>
              <a:rPr lang="en-US" noProof="1" sz="2325" b="1">
                <a:solidFill>
                  <a:srgbClr val="F8FBFF"/>
                </a:solidFill>
                <a:latin typeface="Segoe UI"/>
                <a:ea typeface="Yu Gothic"/>
              </a:rPr>
              <a:t>Diagram and image bounds</a:t>
            </a:r>
            <a:endParaRPr lang="en-US" noProof="1">
              <a:ea typeface="Yu Gothic"/>
            </a:endParaRPr>
          </a:p>
        </p:txBody>
      </p:sp>
      <p:sp>
        <p:nvSpPr>
          <p:cNvPr id="5" name="Text 5"/>
          <p:cNvSpPr/>
          <p:nvPr/>
        </p:nvSpPr>
        <p:spPr>
          <a:xfrm>
            <a:off x="685800" y="1143000"/>
            <a:ext cx="10820400" cy="2800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213"/>
              </a:lnSpc>
            </a:pP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>The fixed output uses the same custom maximum-height tokens as the canvas.</a:t>
            </a:r>
            <a:endParaRPr lang="en-US" noProof="1">
              <a:ea typeface="Yu Gothic"/>
            </a:endParaRPr>
          </a:p>
        </p:txBody>
      </p:sp>
      <p:sp>
        <p:nvSpPr>
          <p:cNvPr id="6" name="Connector 6"/>
          <p:cNvSpPr/>
          <p:nvPr/>
        </p:nvSpPr>
        <p:spPr>
          <a:xfrm>
            <a:off x="4336733" y="2799398"/>
            <a:ext cx="424815" cy="0"/>
          </a:xfrm>
          <a:prstGeom prst="line">
            <a:avLst/>
          </a:prstGeom>
          <a:ln w="9525">
            <a:solidFill>
              <a:srgbClr val="4FD1C5"/>
            </a:solidFill>
            <a:tailEnd type="triangle"/>
          </a:ln>
        </p:spPr>
      </p:sp>
      <p:sp>
        <p:nvSpPr>
          <p:cNvPr id="7" name="Connector 7"/>
          <p:cNvSpPr/>
          <p:nvPr/>
        </p:nvSpPr>
        <p:spPr>
          <a:xfrm flipV="1">
            <a:off x="6197918" y="2198370"/>
            <a:ext cx="481965" cy="351472"/>
          </a:xfrm>
          <a:prstGeom prst="line">
            <a:avLst/>
          </a:prstGeom>
          <a:ln w="9525">
            <a:solidFill>
              <a:srgbClr val="4FD1C5"/>
            </a:solidFill>
          </a:ln>
        </p:spPr>
      </p:sp>
      <p:sp>
        <p:nvSpPr>
          <p:cNvPr id="8" name="Connector 8"/>
          <p:cNvSpPr/>
          <p:nvPr/>
        </p:nvSpPr>
        <p:spPr>
          <a:xfrm flipV="1">
            <a:off x="6679883" y="1949768"/>
            <a:ext cx="415290" cy="248603"/>
          </a:xfrm>
          <a:prstGeom prst="line">
            <a:avLst/>
          </a:prstGeom>
          <a:ln w="9525">
            <a:solidFill>
              <a:srgbClr val="4FD1C5"/>
            </a:solidFill>
          </a:ln>
        </p:spPr>
      </p:sp>
      <p:sp>
        <p:nvSpPr>
          <p:cNvPr id="9" name="Connector 9"/>
          <p:cNvSpPr/>
          <p:nvPr/>
        </p:nvSpPr>
        <p:spPr>
          <a:xfrm flipV="1">
            <a:off x="7095173" y="1855470"/>
            <a:ext cx="282893" cy="94297"/>
          </a:xfrm>
          <a:prstGeom prst="line">
            <a:avLst/>
          </a:prstGeom>
          <a:ln w="9525">
            <a:solidFill>
              <a:srgbClr val="4FD1C5"/>
            </a:solidFill>
          </a:ln>
        </p:spPr>
      </p:sp>
      <p:sp>
        <p:nvSpPr>
          <p:cNvPr id="10" name="Connector 10"/>
          <p:cNvSpPr/>
          <p:nvPr/>
        </p:nvSpPr>
        <p:spPr>
          <a:xfrm flipV="1">
            <a:off x="7378065" y="1837373"/>
            <a:ext cx="296228" cy="18098"/>
          </a:xfrm>
          <a:prstGeom prst="line">
            <a:avLst/>
          </a:prstGeom>
          <a:ln w="9525">
            <a:solidFill>
              <a:srgbClr val="4FD1C5"/>
            </a:solidFill>
            <a:tailEnd type="triangle"/>
          </a:ln>
        </p:spPr>
      </p:sp>
      <p:sp>
        <p:nvSpPr>
          <p:cNvPr id="11" name="Connector 11"/>
          <p:cNvSpPr/>
          <p:nvPr/>
        </p:nvSpPr>
        <p:spPr>
          <a:xfrm>
            <a:off x="6924675" y="2799398"/>
            <a:ext cx="762953" cy="0"/>
          </a:xfrm>
          <a:prstGeom prst="line">
            <a:avLst/>
          </a:prstGeom>
          <a:ln w="9525">
            <a:solidFill>
              <a:srgbClr val="4FD1C5"/>
            </a:solidFill>
            <a:tailEnd type="triangle"/>
          </a:ln>
        </p:spPr>
      </p:sp>
      <p:sp>
        <p:nvSpPr>
          <p:cNvPr id="12" name="Connector 12"/>
          <p:cNvSpPr/>
          <p:nvPr/>
        </p:nvSpPr>
        <p:spPr>
          <a:xfrm>
            <a:off x="6197918" y="3048953"/>
            <a:ext cx="843915" cy="601980"/>
          </a:xfrm>
          <a:prstGeom prst="line">
            <a:avLst/>
          </a:prstGeom>
          <a:ln w="9525">
            <a:solidFill>
              <a:srgbClr val="4FD1C5"/>
            </a:solidFill>
          </a:ln>
        </p:spPr>
      </p:sp>
      <p:sp>
        <p:nvSpPr>
          <p:cNvPr id="13" name="Connector 13"/>
          <p:cNvSpPr/>
          <p:nvPr/>
        </p:nvSpPr>
        <p:spPr>
          <a:xfrm>
            <a:off x="7041833" y="3650933"/>
            <a:ext cx="163830" cy="85725"/>
          </a:xfrm>
          <a:prstGeom prst="line">
            <a:avLst/>
          </a:prstGeom>
          <a:ln w="9525">
            <a:solidFill>
              <a:srgbClr val="4FD1C5"/>
            </a:solidFill>
          </a:ln>
        </p:spPr>
      </p:sp>
      <p:sp>
        <p:nvSpPr>
          <p:cNvPr id="14" name="Connector 14"/>
          <p:cNvSpPr/>
          <p:nvPr/>
        </p:nvSpPr>
        <p:spPr>
          <a:xfrm>
            <a:off x="7205663" y="3736658"/>
            <a:ext cx="144780" cy="24765"/>
          </a:xfrm>
          <a:prstGeom prst="line">
            <a:avLst/>
          </a:prstGeom>
          <a:ln w="9525">
            <a:solidFill>
              <a:srgbClr val="4FD1C5"/>
            </a:solidFill>
            <a:tailEnd type="triangle"/>
          </a:ln>
        </p:spPr>
      </p:sp>
      <p:sp>
        <p:nvSpPr>
          <p:cNvPr id="15" name="Shape 15"/>
          <p:cNvSpPr txBox="0"/>
          <p:nvPr/>
        </p:nvSpPr>
        <p:spPr>
          <a:xfrm>
            <a:off x="3324225" y="2549843"/>
            <a:ext cx="1012508" cy="499110"/>
          </a:xfrm>
          <a:prstGeom prst="rect">
            <a:avLst/>
          </a:prstGeom>
          <a:solidFill>
            <a:srgbClr val="17263A"/>
          </a:solidFill>
          <a:ln w="9525">
            <a:solidFill>
              <a:srgbClr val="9FB4CA"/>
            </a:solidFill>
          </a:ln>
        </p:spPr>
        <p:txBody>
          <a:bodyPr wrap="none" lIns="0" tIns="0" rIns="0" bIns="0" anchor="ctr"/>
          <a:lstStyle/>
          <a:p>
            <a:pPr algn="ctr" lvl="0"/>
            <a:r>
              <a:rPr lang="en-US" noProof="1" sz="1163">
                <a:solidFill>
                  <a:srgbClr val="F8FBFF"/>
                </a:solidFill>
                <a:latin typeface="trebuchet ms"/>
                <a:ea typeface="Yu Gothic"/>
              </a:rPr>
              <a:t>Canvas</a:t>
            </a:r>
            <a:endParaRPr lang="en-US" noProof="1">
              <a:ea typeface="Yu Gothic"/>
            </a:endParaRPr>
          </a:p>
        </p:txBody>
      </p:sp>
      <p:sp>
        <p:nvSpPr>
          <p:cNvPr id="16" name="Shape 16"/>
          <p:cNvSpPr txBox="0"/>
          <p:nvPr/>
        </p:nvSpPr>
        <p:spPr>
          <a:xfrm>
            <a:off x="4798695" y="2549843"/>
            <a:ext cx="2125980" cy="499110"/>
          </a:xfrm>
          <a:prstGeom prst="rect">
            <a:avLst/>
          </a:prstGeom>
          <a:solidFill>
            <a:srgbClr val="17263A"/>
          </a:solidFill>
          <a:ln w="9525">
            <a:solidFill>
              <a:srgbClr val="9FB4CA"/>
            </a:solidFill>
          </a:ln>
        </p:spPr>
        <p:txBody>
          <a:bodyPr wrap="none" lIns="0" tIns="0" rIns="0" bIns="0" anchor="ctr"/>
          <a:lstStyle/>
          <a:p>
            <a:pPr algn="ctr" lvl="0"/>
            <a:r>
              <a:rPr lang="en-US" noProof="1" sz="1163">
                <a:solidFill>
                  <a:srgbClr val="F8FBFF"/>
                </a:solidFill>
                <a:latin typeface="trebuchet ms"/>
                <a:ea typeface="Yu Gothic"/>
              </a:rPr>
              <a:t>1280 x 720 fixed output</a:t>
            </a:r>
            <a:endParaRPr lang="en-US" noProof="1">
              <a:ea typeface="Yu Gothic"/>
            </a:endParaRPr>
          </a:p>
        </p:txBody>
      </p:sp>
      <p:sp>
        <p:nvSpPr>
          <p:cNvPr id="17" name="Shape 17"/>
          <p:cNvSpPr txBox="0"/>
          <p:nvPr/>
        </p:nvSpPr>
        <p:spPr>
          <a:xfrm>
            <a:off x="7711440" y="1587818"/>
            <a:ext cx="832485" cy="499110"/>
          </a:xfrm>
          <a:prstGeom prst="rect">
            <a:avLst/>
          </a:prstGeom>
          <a:solidFill>
            <a:srgbClr val="17263A"/>
          </a:solidFill>
          <a:ln w="9525">
            <a:solidFill>
              <a:srgbClr val="9FB4CA"/>
            </a:solidFill>
          </a:ln>
        </p:spPr>
        <p:txBody>
          <a:bodyPr wrap="none" lIns="0" tIns="0" rIns="0" bIns="0" anchor="ctr"/>
          <a:lstStyle/>
          <a:p>
            <a:pPr algn="ctr" lvl="0"/>
            <a:r>
              <a:rPr lang="en-US" noProof="1" sz="1163">
                <a:solidFill>
                  <a:srgbClr val="F8FBFF"/>
                </a:solidFill>
                <a:latin typeface="trebuchet ms"/>
                <a:ea typeface="Yu Gothic"/>
              </a:rPr>
              <a:t>PNG</a:t>
            </a:r>
            <a:endParaRPr lang="en-US" noProof="1">
              <a:ea typeface="Yu Gothic"/>
            </a:endParaRPr>
          </a:p>
        </p:txBody>
      </p:sp>
      <p:sp>
        <p:nvSpPr>
          <p:cNvPr id="18" name="Shape 18"/>
          <p:cNvSpPr txBox="0"/>
          <p:nvPr/>
        </p:nvSpPr>
        <p:spPr>
          <a:xfrm>
            <a:off x="7724775" y="2549843"/>
            <a:ext cx="805815" cy="499110"/>
          </a:xfrm>
          <a:prstGeom prst="rect">
            <a:avLst/>
          </a:prstGeom>
          <a:solidFill>
            <a:srgbClr val="17263A"/>
          </a:solidFill>
          <a:ln w="9525">
            <a:solidFill>
              <a:srgbClr val="9FB4CA"/>
            </a:solidFill>
          </a:ln>
        </p:spPr>
        <p:txBody>
          <a:bodyPr wrap="none" lIns="0" tIns="0" rIns="0" bIns="0" anchor="ctr"/>
          <a:lstStyle/>
          <a:p>
            <a:pPr algn="ctr" lvl="0"/>
            <a:r>
              <a:rPr lang="en-US" noProof="1" sz="1163">
                <a:solidFill>
                  <a:srgbClr val="F8FBFF"/>
                </a:solidFill>
                <a:latin typeface="trebuchet ms"/>
                <a:ea typeface="Yu Gothic"/>
              </a:rPr>
              <a:t>PDF</a:t>
            </a:r>
            <a:endParaRPr lang="en-US" noProof="1">
              <a:ea typeface="Yu Gothic"/>
            </a:endParaRPr>
          </a:p>
        </p:txBody>
      </p:sp>
      <p:sp>
        <p:nvSpPr>
          <p:cNvPr id="19" name="Shape 19"/>
          <p:cNvSpPr txBox="0"/>
          <p:nvPr/>
        </p:nvSpPr>
        <p:spPr>
          <a:xfrm>
            <a:off x="7387590" y="3511868"/>
            <a:ext cx="1480185" cy="499110"/>
          </a:xfrm>
          <a:prstGeom prst="rect">
            <a:avLst/>
          </a:prstGeom>
          <a:solidFill>
            <a:srgbClr val="17263A"/>
          </a:solidFill>
          <a:ln w="9525">
            <a:solidFill>
              <a:srgbClr val="9FB4CA"/>
            </a:solidFill>
          </a:ln>
        </p:spPr>
        <p:txBody>
          <a:bodyPr wrap="none" lIns="0" tIns="0" rIns="0" bIns="0" anchor="ctr"/>
          <a:lstStyle/>
          <a:p>
            <a:pPr algn="ctr" lvl="0"/>
            <a:r>
              <a:rPr lang="en-US" noProof="1" sz="1163">
                <a:solidFill>
                  <a:srgbClr val="F8FBFF"/>
                </a:solidFill>
                <a:latin typeface="trebuchet ms"/>
                <a:ea typeface="Yu Gothic"/>
              </a:rPr>
              <a:t>Editable PPTX</a:t>
            </a:r>
            <a:endParaRPr lang="en-US" noProof="1">
              <a:ea typeface="Yu Gothic"/>
            </a:endParaRPr>
          </a:p>
        </p:txBody>
      </p:sp>
      <p:sp>
        <p:nvSpPr>
          <p:cNvPr id="20" name="Text 20"/>
          <p:cNvSpPr/>
          <p:nvPr/>
        </p:nvSpPr>
        <p:spPr>
          <a:xfrm>
            <a:off x="685800" y="4220528"/>
            <a:ext cx="10820400" cy="2800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>
              <a:lnSpc>
                <a:spcPts val="2213"/>
              </a:lnSpc>
            </a:pPr>
            <a:r>
              <a:rPr lang="en-US" noProof="1" sz="1425">
                <a:solidFill>
                  <a:srgbClr val="D7E5F5"/>
                </a:solidFill>
                <a:latin typeface="Segoe UI"/>
                <a:ea typeface="Yu Gothic"/>
              </a:rPr>
              <a:t>All four surfaces should preserve the same diagram scale, margins, and accent colors.</a:t>
            </a:r>
            <a:endParaRPr lang="en-US" noProof="1">
              <a:ea typeface="Yu Gothic"/>
            </a:endParaRPr>
          </a:p>
        </p:txBody>
      </p:sp>
      <p:pic>
        <p:nvPicPr>
          <p:cNvPr id="21" name="decoration art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116003"/>
            <a:ext cx="10820400" cy="322897"/>
          </a:xfrm>
          <a:prstGeom prst="rect">
            <a:avLst/>
          </a:prstGeom>
        </p:spPr>
      </p:pic>
      <p:sp>
        <p:nvSpPr>
          <p:cNvPr id="22" name="Text 22"/>
          <p:cNvSpPr/>
          <p:nvPr/>
        </p:nvSpPr>
        <p:spPr>
          <a:xfrm>
            <a:off x="685800" y="6267450"/>
            <a:ext cx="1022985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 lvl="0"/>
            <a:r>
              <a:rPr lang="en-US" noProof="1" sz="825">
                <a:solidFill>
                  <a:srgbClr val="9FB4CA"/>
                </a:solidFill>
                <a:latin typeface="Segoe UI"/>
                <a:ea typeface="Yu Gothic"/>
              </a:rPr>
              <a:t>Custom theme parity</a:t>
            </a:r>
            <a:endParaRPr lang="en-US" noProof="1">
              <a:ea typeface="Yu Gothic"/>
            </a:endParaRPr>
          </a:p>
        </p:txBody>
      </p:sp>
      <p:sp>
        <p:nvSpPr>
          <p:cNvPr id="23" name="Text 23"/>
          <p:cNvSpPr/>
          <p:nvPr/>
        </p:nvSpPr>
        <p:spPr>
          <a:xfrm>
            <a:off x="11097578" y="6239828"/>
            <a:ext cx="408623" cy="199073"/>
          </a:xfrm>
          <a:prstGeom prst="rect">
            <a:avLst/>
          </a:prstGeom>
          <a:noFill/>
          <a:ln>
            <a:noFill/>
          </a:ln>
        </p:spPr>
        <p:txBody>
          <a:bodyPr wrap="none" lIns="93345" tIns="28575" rIns="0" bIns="28575"/>
          <a:lstStyle/>
          <a:p>
            <a:pPr algn="l" lvl="0"/>
            <a:r>
              <a:rPr lang="en-US" noProof="1" sz="825" b="1">
                <a:solidFill>
                  <a:srgbClr val="8FF3E6"/>
                </a:solidFill>
                <a:latin typeface="Segoe UI"/>
                <a:ea typeface="Yu Gothic"/>
              </a:rPr>
              <a:t>4 / 4</a:t>
            </a:r>
            <a:endParaRPr lang="en-US" noProof="1">
              <a:ea typeface="Yu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MarkdStage custom">
  <a:themeElements>
    <a:clrScheme name="MarkdStage custom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arkdStage custom">
      <a:majorFont>
        <a:latin typeface="Aptos Display"/>
        <a:ea typeface="Yu Gothic"/>
        <a:cs typeface=""/>
        <a:font script="Jpan" typeface="Yu Gothic"/>
      </a:majorFont>
      <a:minorFont>
        <a:latin typeface="Aptos"/>
        <a:ea typeface="Yu Gothic"/>
        <a:cs typeface=""/>
        <a:font script="Jpan" typeface="Yu Gothic"/>
      </a:minorFont>
    </a:fontScheme>
    <a:fmtScheme name="MarkdStage custom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MarkdStage</Application>
  <PresentationFormat>On-screen Show (16:9)</PresentationFormat>
  <Slides>5</Slides>
  <Notes>0</Notes>
  <HiddenSlides>0</HiddenSlides>
  <MMClips>0</MMClips>
  <ScaleCrop>false</ScaleCrop>
  <Company/>
  <LinksUpToDate>false</LinksUpToDate>
  <SharedDoc>false</SharedDoc>
  <HyperlinksChanged>false</HyperlinksChanged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 theme sizing</dc:title>
  <dc:creator>MarkdStage</dc:creator>
  <cp:lastModifiedBy>MarkdStage</cp:lastModifiedBy>
</cp:coreProperties>
</file>